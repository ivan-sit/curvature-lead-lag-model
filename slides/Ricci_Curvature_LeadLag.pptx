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Ricci Curvature on Directed Lead-Lag Networks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A structural study of factor-residualized information flow in US equities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hypothesis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claim is structural and falsifiable.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Negatively-curved edges in the directed, factor-residualized lead-lag network mark structurally isolated pairs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bridges between otherwise separated regions of the market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that correlation-, degree-, and undirected-curvature methods do not recover.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Lead-lag asymmetry encodes structure the symmetric correlation graph destroys.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Six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Line graph  L(G)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pair-communities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3822191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τ* = the lag of peak signal, picked per pair; intraday uses a within-day estimator (no overnight gap).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Horizons tried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Daily: τ = 1–5 trading days   ·   Intraday: τ = 1–3 × 30-min bars (30–90 min).   No weekly / monthly.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daily-frequency robustness check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full-year 2019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the HEADLINE network — where lead-lag lives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 is the main result; daily is the robustness 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The structural result holds.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 is not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pairs curvature flags are not the pairs correlation flags.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737360"/>
                <a:gridCol w="48463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Top-K Jaccard vs correlation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the two methods pick almost no pairs in common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Spearman(F, |ρ|)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rank barely tracks correlation (≪ 0.8)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curvature is not a re-skin of correlation — it surfaces genuinely different structure. This distinctness IS the headline result.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 clean degree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Does the curvature carry anything beyond node connectivity?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194560"/>
                <a:gridCol w="49377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R² on degree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100% explained by degree — pure baseline, by design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Augmented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~44% is NOT degree → genuinely higher-order signal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plain Forman = pure degree (proves the test is calibrated); the augmented object adds real higher-order structure the +3m triangle term captures.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network is triangle-sparse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A finding, not a bug.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Most edges have few common-neighbor triangles; strict cyclic triangles ≈ 0.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Only ~1% of triangles fall within a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honest consequences: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AFRC community separability is intrinsically limited (Fesser–Weber–Lambiotte).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structure curvature surfaces is cross-sector — not aligned with GICS.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 it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new structural lens: directed, residualized curvature surfaces pair structure correlation / degree / undirected methods miss.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Directedness changes the geometry — the directed graph is provably distinct from its symmetrized version.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 sparsity is a first-class constraint for curvature methods in finance.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This is a structural study — we make no predictive claim (Sandhu's precedent: structural-only is publishable).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Implications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Where this could go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structural toolkit is not tied to one construction.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Maybe not lead-lag at all — apply the same directed-curvature tools to other market graphs and relations.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AFRC-gap theory (open problems).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Multi-frequency replication; curvature dynamics through 2020 stress.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Write-up → 8-page ACM sigconf for ICAIF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Outlook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