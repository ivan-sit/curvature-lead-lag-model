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CRISP: Curvature of Residualized, Signed Lead-Lag Pairs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Directed Forman-Ricci curvature as a structural lens on US equity information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Mid-project seminar, June 2026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Both falsifiable. The paper's claim rests on H1; H2 is exploratory.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4241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H1 — Structural  (primary)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H2 — Predictive  (secondary)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Negatively-curved pairs in the directed, residualized lead-lag network are structurally distinct — bridges that correlation, degree, and undirected curvature do not recover.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Those same pairs also carry out-of-sample directional information: today's leader predicts tomorrow's lagger, beyond the baselines.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We answer both at the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Related literature &amp;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Gap: nobody has put directed curvature on a residualized lead-lag graph.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062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Prior work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did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CRISP adds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Sandhu et al. 2016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 on undirected correlation 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lead-lag +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2003; Samal 2018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/ augmented curvature on graphs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directed, weighted, residualized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Bennett–Cucuringu–Reinert 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signed lead-lag estimator + significance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adopted as the edge 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Tian–Lubberts–Weber 2025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line-graph curvature clustering (undirected)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pair-space view on L(G)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Contribution: the directed-vs-undirected and Forman-vs-Ollivier contrasts, on factor-residualized returns — a structural extension of Sandhu.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Related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Six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Line graph  L(G)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pair-communities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3822191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ρ_ij(τ) = corr( i's return today, j's return τ bars later ); τ* = the peak-signal lag, per pair — so the sign of w says who leads.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time horizons: daily close-to-close, and intraday 30-min.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Intraday uses a within-day estimator — lag pairs never cross the overnight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+ 25-yr predictive walk-forward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2019 only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high-frequency cross-check (lead-lag is strongest)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Why TAQ is 2019 only: 25 years of 30-min TAQ ≈ 100+ hours of pulls (TAQ is ~15B rows/year). Daily covers the full 2000–2024; intraday 2019 is the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regimes — two time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same method, run at two horizons — no weekly or monthly.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 (headline)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 (robustness)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30-min bars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close-to-close 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horizon  τ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1–3 bars  =  30 / 60 / 90 min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1–5 trading days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~155 large-caps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S&amp;P 500 (point-in-time)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full-year 2019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Coverage: daily spans the full 2000–2024; intraday is 2019 only (25 yrs of 30-min TAQ ≈ 100+ h of pulls), so it serves as the high-frequency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Two hypotheses, two answers.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Distinct from correlation — and from degree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Two ways to be a re-skin — of correlation, or of degree. Curvature is neither.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645920"/>
                <a:gridCol w="1554480"/>
                <a:gridCol w="155448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Spearman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vs |ρ|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Jaccard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vs corr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R² on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degree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  (baseline)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Weighted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 directed  (MAIN)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15.9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NOT correlation: Spearman ≪ 0.8 and Jaccard ≈ 0 (disjoint picks). NOT degree: the augmentation drops R²-on-degree from 1.00 (plain = pure degree) to 0.56 (44% is new). Holds at both horizons (main object daily: Spearman 0.07, Jaccard 0, across 2000–2024).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structure is cross-sector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Where do the pairs curvature picks actually live?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'triangle' = three stocks each linked to the other two — a tight local cluster, and what the curvature augmentation counts.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Almost all of these triangles span sectors — only ~1% sit within a single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So curvature highlights cross-sector links that a sector- or correlation-based grouping would never put together.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Honest caveat: so few within-group triangles → the community step can't cleanly carve out clusters.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predictive test — both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Tested at both horizons — intraday (2019) and daily (25-yr walk-forward).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  (mean OOS IC)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30-min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close-to-close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(aug, 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−0.011  (CI &lt; 0)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+0.023  (CI &gt;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Intraday: Forman leads but every CI spans zero. Daily (21 windows): curvature is significantly NEGATIVE and correlation does best. No predictive edge for curvature.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Did the two hypotheses hold?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2563EB"/>
                </a:solidFill>
                <a:latin typeface="Calibri"/>
              </a:rPr>
              <a:t>The paper stands on H1. H2 is reported transparently — across 25 years.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40280"/>
            <a:ext cx="5074920" cy="640080"/>
          </a:xfrm>
          <a:prstGeom prst="roundRect">
            <a:avLst/>
          </a:prstGeom>
          <a:solidFill>
            <a:srgbClr val="1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H1 — Structural distinctness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5074920" cy="2926080"/>
          </a:xfrm>
          <a:prstGeom prst="roundRect">
            <a:avLst/>
          </a:prstGeom>
          <a:solidFill>
            <a:srgbClr val="ECFBF2"/>
          </a:solidFill>
          <a:ln w="12700">
            <a:solidFill>
              <a:srgbClr val="15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159E5B"/>
                </a:solidFill>
                <a:latin typeface="Calibri"/>
              </a:rPr>
              <a:t>✓  CONFIRMED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Jaccard 0, Spearman 0.07–0.18 vs correlation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augmented Forman: 44–82% non-degree signal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robust across 2019 intraday &amp; 25-yr daily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40280"/>
            <a:ext cx="5074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H2 — Predictive 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074920" cy="2926080"/>
          </a:xfrm>
          <a:prstGeom prst="roundRect">
            <a:avLst/>
          </a:prstGeom>
          <a:solidFill>
            <a:srgbClr val="FDF4E6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D97706"/>
                </a:solidFill>
                <a:latin typeface="Calibri"/>
              </a:rPr>
              <a:t>✗  NOT SUPPORTED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Intraday 2019: Forman leads, but CIs span zero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Daily 25-yr: curvature negative, correlation best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no predictive edge; the claim rests on 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Agentic AI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What agentic AI did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Helped me research the idea — surveying the curvature and lead-lag literature, and coding the pipeline.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Its core role: linking curvature (graph geometry) to directed lead-lag networks (the finance side).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Framing and judgment stayed human.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Where this isn't airtight — in plain terms.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 is one year (2019).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25 years of 30-min TAQ is too costly to pull; daily covers the full 25.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The clustering step is weak — too few triangles.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finding communities needs triangles (tight clusters have them, bridges don't); ours are too sparse to separate clusters, so we don't lean on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Prediction used the top-20 pairs, not fixed in advance.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so it's not fully immune to a 'why 20?' challenge — though the IC was null anyway, so there was nothing to tune.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Each daily window used only stocks that survived it.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stocks delisted/merged mid-window are dropped → mild survivorship bias.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H2 failed — so pivot from forecasting returns to what curvature is strong at: structure.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Curvature as a fragility / systemic-risk signal — Sandhu's original result was curvature rising before crashes; bring that to the directed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Regime shifts: does the cross-sector structure change around stress? The 2008 &amp; 2020 intraday pulls feed exactly this.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curvature-gap theory (open; possible Weber collaboration).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Extend to an 8-page ACM sigconf — ICAIF 2026, deadline Aug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What's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Project Status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Mid-project status — ~10 days to the final write-up.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39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2004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✓  Completed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⟳  In progress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▢  Remaining before final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 pipeline + 52 tests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Four curvature objects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(H1) ✓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Predictive test (H2): 2 horizons, 25 yrs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Agentic orchestrator (propose→test→reject)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Residualization-ladder ablation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Report + deck + talk script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Multi-regime intraday pull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(2008 / 2015 / 2020)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LaTeX/Overleaf main.tex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Bibliography → 20–25 refs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line-graph theory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Final 8-page ICAIF write-up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Paper-quality figures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