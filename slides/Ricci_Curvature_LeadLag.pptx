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8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hypothesis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claim is structural and falsifiable.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Negatively-curved edges in the directed, factor-residualized lead-lag network mark structurally isolated pairs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bridges between otherwise separated regions of the market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that correlation-, degree-, and undirected-curvature methods do not recover.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Lead-lag asymmetry encodes structure the symmetric correlation graph destroys.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An autonomous pipeline, six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returns — remove market + sector first.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Build the directed lead-lag network (BCR signed statistic).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Compute four curvature objects.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Line graph L(G) + curvature-based pair-communities.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Structural validation cascade  →  curvature ≠ correlation / degree?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Select &amp; report the structurally isolated pairs.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Antisymmetric → each pair is a directed edge in the sign direction.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CRSP daily S&amp;P 500, 2000–2024 — survivorship-correct, delisting-adjusted.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Compustat GICS sectors — residualization &amp; community-boundary tests.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TAQ 30-min intraday — full-year 2019, ~155 large-caps (where lead-lag lives).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Every network is built on factor-residualized returns.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The structural result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1945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weak (≪ 0.8 threshold)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The directed graph carries lead-lag asymmetry the symmetric correlation graph cannot.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+3m triangle term is genuinely not explained by degree.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4023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exact degree identity (calibration ✓)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44% is NEW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rightly a baseline; the augmented object earns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 it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new structural lens: directed, residualized curvature surfaces pair structure correlation / degree / undirected methods miss.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Directedness changes the geometry — the directed graph is provably distinct from its symmetrized version.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sparsity is a first-class constraint for curvature methods in finance.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This is a structural study — we make no predictive claim (Sandhu's precedent: structural-only is publishable).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Next steps &amp; 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paper stands on the structural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Multi-frequency replication and curvature dynamics through 2020 stress.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Thanks to Prof. Mihai Cucuringu and the 285J group.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