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ρ_ij(τ) = corr( i's return today, j's return τ bars later ); τ* = the peak-signal lag, per pair — so the sign of w says who leads.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Distinct from correlation — and from degree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Two ways to be a re-skin — of correlation, or of degree. Curvature is neither.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554480"/>
                <a:gridCol w="155448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|ρ|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Jaccard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corr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NOT correlation: Spearman ≪ 0.8 and Jaccard ≈ 0 (disjoint picks). NOT degree: the augmentation drops R²-on-degree from 1.00 (plain = pure degree) to 0.56 (44% is new). Holds at both horizons (main object daily: Spearman 0.07, Jaccard 0, across 2000–2024).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'triangle' = three stocks each linked to the other two — a tight local cluster, and what the curvature augmentation counts.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these triangles span sectors — only ~1%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curvature highlights cross-sector links that a sector- or correlation-based grouping would never put together.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so few within-group triangles →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H2 failed — so pivot from forecasting returns to what curvature is strong at: 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Curvature as a fragility / systemic-risk signal — Sandhu's original result was curvature rising before crashes; bring that to the directed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Regime shifts: does the cross-sector structure change around stress? The 2008 &amp; 2020 intraday pulls feed exactly this.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curvature-gap theory (open; 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