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Underway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Multi-regime intraday robustness — pulling 2008 / 2015 / 2020 to join 2019 (crash, calm, COVID).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Agentic propose→test→reject orchestrator (built) — logs every accept/reject; the residualization ladder (market / sector / PCA) runs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