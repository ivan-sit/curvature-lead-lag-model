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Ricci Curvature on Directed Lead-Lag Networks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A structural study of factor-residualized information flow in US equities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Sandhu et al. (2016)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This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correlation graph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graph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 edges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BCR signed lead-lag,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Forman-Ricci (cheap, directed) + Ollivier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validation only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(exploratory) test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Markets have direction. The symmetric correlation matrix destroys it by 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hypothesis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claim is structural and falsifiable.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Negatively-curved edges in the directed, factor-residualized lead-lag network mark structurally isolated pairs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bridges between otherwise separated regions of the market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that correlation-, degree-, and undirected-curvature methods do not recover.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Lead-lag asymmetry encodes structure the symmetric correlation graph destroys.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An autonomous pipeline, six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returns — remove market + sector first.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Build the directed lead-lag network (BCR signed statistic).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Compute four curvature objects.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Line graph L(G) + curvature-based pair-communities.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Structural validation cascade  →  curvature ≠ correlation/degree?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Exploratory: out-of-sample directional IC vs baselines.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Antisymmetric → each pair is a directed edge in the sign direction.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(4 − deg − deg)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 (signal ≡ 0 by design)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  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 isolates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 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 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CRSP daily S&amp;P 500, 2000–2024 — survivorship-correct, delisting-adjusted.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Compustat GICS sectors — residualization &amp; community-boundary tests.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TAQ 30-min intraday — full-year 2019, ~155 large-caps (where lead-lag lives).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Every network is built on factor-residualized returns.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The structural result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1945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weak (≪ 0.8 threshold)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The directed graph carries lead-lag asymmetry the symmetric correlation graph cannot.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+3m triangle term is genuinely not explained by degree.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4023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exact degree identity (calibration ✓)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44% is NEW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rightly a baseline; the augmented object earns its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question — an honest null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Out-of-sample directional IC (full-year 2019, within-day horizon).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37744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Mean IC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[−0.016, +0.040]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[−0.016, +0.026]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[−0.027, +0.024]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[−0.031, +0.006]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Forman leads — but every CI spans zero, ranking flips across samples, and undirected ties directed. No significant predictive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 it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new structural lens: directed residualized curvature surfaces pair structure correlation / degree / undirected methods miss.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Directedness is structurally informative even where it is not predictive.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sparsity is a first-class constraint for curvature methods in finance.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An honest predictive null is a result — Sandhu's precedent: structural-only is publishable.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Next steps &amp; 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paper stands on the structural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Multi-frequency replication and curvature dynamics through 2020 stress.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Write-up → 8-page ACM sigconf for ICAIF 2026.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Thanks to Prof. Mihai Cucuringu and the 285J group.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