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331720"/>
            <a:ext cx="219456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2937"/>
                </a:solidFill>
                <a:latin typeface="Calibri"/>
              </a:rPr>
              <a:t>Ricci Curvature on Directed Lead-Lag Networks</a:t>
            </a:r>
          </a:p>
          <a:p>
            <a:pPr>
              <a:spcBef>
                <a:spcPts val="1400"/>
              </a:spcBef>
            </a:pPr>
            <a:r>
              <a:rPr sz="2200" b="0" i="1">
                <a:solidFill>
                  <a:srgbClr val="2563EB"/>
                </a:solidFill>
                <a:latin typeface="Calibri"/>
              </a:rPr>
              <a:t>A structural study of factor-residualized information flow in US equities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892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374151"/>
                </a:solidFill>
                <a:latin typeface="Calibri"/>
              </a:rPr>
              <a:t>Ivan Sit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UCLA Math 285J — Agentic AI for Autonomous Research in Quant Finance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Advisor: Prof. Mihai Cucuringu   ·   Target: ICAIF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Curvature, on a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Is this relationship a fragile bridge, or a redundant interior link?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Ricci curvature measures how a space bends — and how diffusion flows through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 a graph it lives on each edge and has one intuitive meaning: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Negative = a bridge: connects separated regions, structurally isolated.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Positive = an interior link: sits inside a dense cluster, many paths route around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parameter-free, local number with a global meaning.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Why I got into Ricci curvature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Sandhu, Georgiou &amp; Tannenbaum (Science Advances, 2016):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Ollivier-Ricci curvature on equity correlation networks rises before crashes.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Curvature as a systemic-fragility signal — geometry, not statistics.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 reframes a market as a shape whose bottlenecks you can measure.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That raised the question this project asks.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opening they left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One thing their construction could not see: direction.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 et al. built the network on an undirected correlation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But markets have direction — some names lead, others lag.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symmetric correlation graph erases that asymmetry by construction.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983480"/>
            <a:ext cx="10607040" cy="105156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Research question 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Does Ricci curvature on the directed, residualized lead-lag network reveal structure the undirected correlation view cannot?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Both falsifiable. The paper's claim rests on H1; H2 is exploratory.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4241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H1 — Structural  (primary)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H2 — Predictive  (secondary)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Negatively-curved pairs in the directed, residualized lead-lag network are structurally distinct — bridges that correlation, degree, and undirected curvature do not recover.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Those same pairs also carry out-of-sample directional information: today's leader predicts tomorrow's lagger, beyond the baselines.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We answer both at the 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Hypothesis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Six stages, fully automated.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Residualize returns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remove market + sector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Directed lead-lag network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BCR signed statistic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Four curvature objects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plain → weighted aug. directed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22191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7251192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8988552" y="3383280"/>
            <a:ext cx="310896" cy="914400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35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Line graph  L(G)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pair-communities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Validation cascade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≠ corr / degree?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343400"/>
            <a:ext cx="3017520" cy="1005840"/>
          </a:xfrm>
          <a:prstGeom prst="round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Structurally isolated pairs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E5EDFF"/>
                </a:solidFill>
                <a:latin typeface="Calibri"/>
              </a:rPr>
              <a:t>the structural output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7251192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eft Arrow 14"/>
          <p:cNvSpPr/>
          <p:nvPr/>
        </p:nvSpPr>
        <p:spPr>
          <a:xfrm>
            <a:off x="3822191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1 — Residualized, directed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Residualize first: on raw returns, market + sector dominate the graph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otherwise curvature just rediscovers GICS sectors (instructor requirement).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Edge weight = BCR signed lead-lag:  w(i→j) = ρ_ij(τ*) − ρ_ji(τ*).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τ* = the lag of peak signal, picked per pair; the candidate horizons are on the next slide.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Intraday: within-day estimator (lag pairs never cross the overnight gap).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2 — Four curvature objects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One ablation, from pure degree to full directed curvature.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9768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4 − deg_in − deg_out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only the two endpoints' link counts — pure connectivity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Degree BASELINE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(no higher-order signal)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Triangle-augmented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F# = F + 3m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+3 for every triangle the edge sits inside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Higher-order: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isolates the 3m term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strength + triangles + edge direction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MAIN object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(optimal transport)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cost to morph one node's neighborhood into the other's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Robustness / contrast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(Sandhu's)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Plain Forman is an exact function of endpoint degrees — the baseline the rest must beat.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3 — The validation cascade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This cascade is the methodological 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Goal: prove curvature is not a re-skin of correlation, degree, or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Spearman(F, |ρ|)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Top-K Jaccard vs correlation-ranked pairs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Degree-preserving configuration-model null (z-scores).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 orthogonalization — regress out degree &amp; |ρ|, keep the rest.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Benjamini–Hochberg + strict train / validate / test split.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Data — all institutional (WRDS)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Every network is built on factor-residualized returns.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9377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it's for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CRSP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daily S&amp;P 500 returns, 2000–2024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(survivorship-correct)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daily-frequency robustness check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Compustat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GICS sector classifications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residualize returns; sector-boundary tests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TAQ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30-min intraday bars, full-year 2019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(~155 large-caps)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the HEADLINE network — where lead-lag lives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Intraday is the main result; daily is the robustness 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regimes — two time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same method, run at two horizons — no weekly or monthly.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11480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 (headline)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 (robustness)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30-min bars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close-to-close daily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horizon  τ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1–3 bars  =  30 / 60 / 90 min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1–5 trading days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Universe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~155 large-caps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S&amp;P 500 (point-in-time)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Window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full-year 2019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Intraday is where lead-lag is strongest, so it carries the headline; daily is the robustness 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743200"/>
            <a:ext cx="164592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Calibri"/>
              </a:rPr>
              <a:t>RESULTS</a:t>
            </a:r>
          </a:p>
          <a:p>
            <a:pPr>
              <a:spcBef>
                <a:spcPts val="600"/>
              </a:spcBef>
            </a:pPr>
            <a:r>
              <a:rPr sz="3400" b="1" i="0">
                <a:solidFill>
                  <a:srgbClr val="1F2937"/>
                </a:solidFill>
                <a:latin typeface="Calibri"/>
              </a:rPr>
              <a:t>Two hypotheses, two answers.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 is not correlation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pairs curvature flags are not the pairs correlation flags.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737360"/>
                <a:gridCol w="48463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Top-K Jaccard vs correlation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≈ 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the two methods pick almost no pairs in common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Spearman(F, |ρ|)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curvature rank barely tracks correlation (≪ 0.8)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Significance: curvature is not a re-skin of correlation — it surfaces genuinely different structure. This distinctness IS the headline result.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 clean degree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Does the curvature carry anything beyond node connectivity?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194560"/>
                <a:gridCol w="49377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R² on degree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100% explained by degree — pure baseline, by design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Augmented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~44% is NOT degree → genuinely higher-order signal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Significance: plain Forman = pure degree (proves the test is calibrated); the augmented object adds real higher-order structure the +3m triangle term captures.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network is triangle-sparse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A finding, not a bug.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Most edges have few common-neighbor triangles; strict cyclic triangles ≈ 0.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Only ~1% of triangles fall within a GICS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honest consequences: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AFRC community separability is intrinsically limited (Fesser–Weber–Lambiotte).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structure curvature surfaces is cross-sector — not aligned with GICS.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predictive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Out-of-sample directional IC — full-year 2019, within-day horizon.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237744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Mean IC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95% CI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Undirected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+0.013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[−0.016, +0.040]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Curvature (aug, 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+0.005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[−0.016, +0.026]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[−0.027, +0.024]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−0.015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[−0.031, +0.006]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Forman leads every baseline — but every CI spans zero, and undirected ties directed. No significant predictive edge.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Did the two hypotheses hold?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2563EB"/>
                </a:solidFill>
                <a:latin typeface="Calibri"/>
              </a:rPr>
              <a:t>The paper stands on H1. H2 is reported transparently.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240280"/>
            <a:ext cx="5074920" cy="640080"/>
          </a:xfrm>
          <a:prstGeom prst="roundRect">
            <a:avLst/>
          </a:prstGeom>
          <a:solidFill>
            <a:srgbClr val="1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H1 — Structural distinctness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5074920" cy="2926080"/>
          </a:xfrm>
          <a:prstGeom prst="roundRect">
            <a:avLst/>
          </a:prstGeom>
          <a:solidFill>
            <a:srgbClr val="ECFBF2"/>
          </a:solidFill>
          <a:ln w="12700">
            <a:solidFill>
              <a:srgbClr val="15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159E5B"/>
                </a:solidFill>
                <a:latin typeface="Calibri"/>
              </a:rPr>
              <a:t>✓  CONFIRMED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Jaccard ≈ 0, Spearman 0.18 vs correlation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augmented Forman: ~44% non-degree signal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curvature finds structure others miss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240280"/>
            <a:ext cx="5074920" cy="6400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H2 — Predictive edge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017520"/>
            <a:ext cx="5074920" cy="2926080"/>
          </a:xfrm>
          <a:prstGeom prst="roundRect">
            <a:avLst/>
          </a:prstGeom>
          <a:solidFill>
            <a:srgbClr val="FDF4E6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D97706"/>
                </a:solidFill>
                <a:latin typeface="Calibri"/>
              </a:rPr>
              <a:t>✗  NOT SUPPORTED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Forman leads on OOS IC, but every CI spans zero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undirected ties directed — no edge from direction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an honest null; the claim rests on H1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Verdict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Where this could go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The structural toolkit is not tied to one construction.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Maybe not lead-lag at all — apply the same directed-curvature tools to other market graphs and relations.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directed AFRC-gap theory (open problems).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template for autonomous, agent-driven research in quant finance: an agent ran the full loop — hypothesize, build, test, honestly reject.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Write-up → 8-page ACM sigconf for ICAIF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Outlook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