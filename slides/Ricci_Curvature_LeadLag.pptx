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Five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ρ_ij(τ) = corr( i's return today, j's return τ bars later ); τ* = the peak-signal lag, per pair — so the sign of w says who leads.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Distinct from correlation — and from degree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Two ways to be a re-skin — of correlation, or of degree. Curvature is neither.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554480"/>
                <a:gridCol w="155448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Spearman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|ρ|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Jaccard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corr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Weighted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 (MAIN)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15.9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NOT correlation: Spearman ≪ 0.8 and Jaccard ≈ 0 (disjoint picks). NOT degree: the augmentation drops R²-on-degree from 1.00 (plain = pure degree) to 0.56 (44% is new). Holds at both horizons (main object daily: Spearman 0.07, Jaccard 0, across 2000–2024).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structure is cross-sector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do the pairs curvature picks actually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'triangle' = three stocks each linked to the other two — a tight local cluster, and what the curvature augmentation counts.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Almost all of these triangles span sectors — only ~1% sit within a single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So curvature highlights cross-sector links that a sector- or correlation-based grouping would never put together.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Honest caveat: so few within-group triangles → the community step can't cleanly carve out clusters.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this isn't airtight — in plain terms.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one year (2019).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25 years of 30-min TAQ is too costly to pull; daily covers the full 25.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The clustering step is weak — too few triangles.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finding communities needs triangles (tight clusters have them, bridges don't); ours are too sparse to separate clusters, so we don't lean on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Prediction used the top-20 pairs, not fixed in advance.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so it's not fully immune to a 'why 20?' challenge — though the IC was null anyway, so there was nothing to tune.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Each daily window used only stocks that survived it.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stocks delisted/merged mid-window are dropped → mild survivorship bias.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H2 failed — so pivot from forecasting returns to what curvature is strong at: structure.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Curvature as a fragility / systemic-risk signal — Sandhu's original result was curvature rising before crashes; bring that to the directed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Regime shifts: does the cross-sector structure change around stress? The 2008 &amp; 2020 intraday pulls feed exactly this.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curvature-gap theory (open; 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