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 — where it was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An agent ran most of the research loop.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How agentic AI was used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Coding &amp; 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built the 6-module pipeline + 50 tests end-to-end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Data acquisition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autonomous WRDS pulls (CRSP, Compustat, TAQ); resumable loader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Debugging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caught a TAQ memory bug, a gitignore data-loss bug, a NaN-graph hang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Experiment design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within-day estimator, walk-forward, two-horizon test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Writing &amp; visuals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this deck (python-pptx), the report, the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Impossible / far slower without it: build+test a 6-module pipeline, pull 25 yrs of WRDS + intraday TAQ, run a 21-window walk-forward, AND write it up — in days,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worked vs. what needed a human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Agentic AI did the building; human judgment set the framing.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Autonomous (worked well)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The machine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full pipeline build, tests, refactors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WRDS data pulls + self-caught bugs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21-window walk-forward +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Human-in-the-loop (judgment)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EFF2F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2563EB"/>
                </a:solidFill>
                <a:latin typeface="Calibri"/>
              </a:rPr>
              <a:t>The researcher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the structural-vs-predictive reframe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deciding NOT to p-hack for significance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horizon / coverage / honest-null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Future work &amp; submission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Target: extend to an 8-page ACM sigconf — ICAIF 2026, deadline Aug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Apply the directed-curvature tools beyond lead-lag —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If predictive is revisited: a pre-registered, confirmatory test — not an exploratory sweep.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Multi-year intraday with a larger TAQ budget (the main deferred-by-cost experiment).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+ 50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WRDS data (CRSP/Compustat/TAQ)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propose→test→reject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orchestrator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Multi-year intraday (budget)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