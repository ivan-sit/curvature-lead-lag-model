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Our main object (weighted augmented directed Forman) vs. correlation —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F = the main object. Significance: curvature is not a re-skin of correlation — it holds on the 2019 intraday graph AND the full 2000–2024 daily span. This distinctness IS the headline result. (The next slide compares all four objects to each other.)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four objects,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All four pick pairs disjoint from correlation (Jaccard ≈ 0).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92024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mean IC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Best tradeoff = weighted-augmented Forman: real higher-order signal (44% non-degree) at ~0 cost. Ollivier carries the most non-degree signal but at ~600× the compute and no IC gain. None predicts (IC ≈ 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H2 failed — so pivot from forecasting returns to what curvature is strong at: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Curvature as a fragility / systemic-risk signal — Sandhu's original result was curvature rising before crashes; bring that to the directed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Regime shifts: does the cross-sector structure change around stress? The 2008 &amp; 2020 intraday pulls feed exactly this.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