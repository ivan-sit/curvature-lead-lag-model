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Ricci Curvature on Directed Lead-Lag Networks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A structural study of factor-residualized information flow in US equities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8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hypothesis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claim is structural and falsifiable.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Negatively-curved edges in the directed, factor-residualized lead-lag network mark structurally isolated pairs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bridges between otherwise separated regions of the market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that correlation-, degree-, and undirected-curvature methods do not recover.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Lead-lag asymmetry encodes structure the symmetric correlation graph destroys.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Antisymmetric → each pair is a directed edge in the sign direction.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Intraday: within-day estimator (lag pairs never cross the overnight gap).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daily-frequency robustness check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full-year 2019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HEADLINE network — where lead-lag lives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 is the main result; daily is the robustness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The structural result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73736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the two methods pick almost no pairs in common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rank barely tracks correlation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 — it surfaces genuinely different structure.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the curvature carry anything beyond node connectivity?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194560"/>
                <a:gridCol w="49377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explained by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~44% is NOT degree → genuinely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(proves the test is calibrated); the augmented object adds real higher-order structure the +3m triangle term captures.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 it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new structural lens: directed, residualized curvature surfaces pair structure correlation / degree / undirected methods miss.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Directedness changes the geometry — the directed graph is provably distinct from its symmetrized version.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sparsity is a first-class constraint for curvature methods in finance.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This is a structural study — we make no predictive claim (Sandhu's precedent: structural-only is publishable).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Implications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Where this could go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structural toolkit is not tied to one construction.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Maybe not lead-lag at all — apply the same directed-curvature tools to other market graphs and relations.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AFRC-gap theory (open problems).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Multi-frequency replication; curvature dynamics through 2020 stress.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Write-up → 8-page ACM sigconf for ICAIF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Outlook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