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Future work &amp; submission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Target: extend to an 8-page ACM sigconf — ICAIF 2026, deadline Aug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Apply the directed-curvature tools beyond lead-lag —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If predictive is revisited: a pre-registered, confirmatory test — not an exploratory sweep.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Multi-year intraday with a larger TAQ budget (the main deferred-by-cost experiment).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+ 50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WRDS data (CRSP/Compustat/TAQ)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propose→test→reject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orchestrator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Multi-year intraday (budget)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