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Five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Keep only the strongest ~10% of pairs as edges — most lead-lag is noise; this is why the graph is sparse.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agentic orchestrator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Proposed 12 candidate signals — 3 residualizations × 2 thresholds × 2 curvature objects — and accepted 6, rejected 6.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Auto-rejected every plain-Forman (R²-on-degree = 1.00, pure degree); accepted every augmented (0.45–0.67).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Real result it produced: H1 holds under all three residualizations (market / sector / PCA) — every decision logged with its reason.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Future role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Going forward it proposes &amp; vets the next hypotheses — today it sweeps a fixed grid; an LLM proposer would let it generate novel signal families.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this isn't airtight — in plain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one year (2019).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25 years of 30-min TAQ is too costly to pull; daily covers the full 25.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The clustering step is weak — too few triangles.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finding communities needs triangles (tight clusters have them, bridges don't); ours are too sparse to separate clusters, so we don't lean on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Prediction used the top-20 pairs, not fixed in advance.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so it's not fully immune to a 'why 20?' challenge — though the IC was null anyway, so there was nothing to tune.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Each daily window used only stocks that survived it.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stocks delisted/merged mid-window are dropped → mild survivorship bias.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→ cluster lead-lag *relationships* (not stocks) into communities, e.g. for diversification — once we have a triangle-richer graph (directed theory still open).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