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four objects,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All four pick pairs disjoint from correlation (Jaccard ≈ 0).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92024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Best tradeoff = weighted-augmented Forman: real higher-order signal (44% non-degree) at ~0 cost. Ollivier carries the most non-degree signal but at ~600× the compute and no IC gain. None predicts (IC ≈ 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Underway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Multi-regime intraday robustness — pulling 2008 / 2015 / 2020 to join 2019 (crash, calm, COVID).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Agentic propose→test→reject orchestrator (built) — logs every accept/reject; the residualization ladder (market / sector / PCA) runs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